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8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Green Skilling, Sustainability &amp; AI (SDG 17)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68680"/>
            <a:ext cx="5104900" cy="5394960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Student Details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Name: Nija Mavani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Enrollment No.: 230760116083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Stream: Information Technology (IT)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College: SSASIT, Surat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Presentation covers sustainable data </a:t>
            </a:r>
            <a:r>
              <a:rPr dirty="0" err="1"/>
              <a:t>centres</a:t>
            </a:r>
            <a:r>
              <a:rPr dirty="0"/>
              <a:t>, ecological footprint, carbon calculators, En-ROADS climate simulation, NANDO AI Smart Bins, SCGJ Green Jobs, AI for sustainability, and AI-based capstone project ideas.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914400"/>
            <a:ext cx="3931920" cy="5303520"/>
          </a:xfrm>
          <a:prstGeom prst="roundRect">
            <a:avLst/>
          </a:prstGeom>
          <a:solidFill>
            <a:srgbClr val="FAFAFA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Add Screenshots</a:t>
            </a:r>
            <a:br>
              <a:rPr dirty="0"/>
            </a:br>
            <a:r>
              <a:rPr dirty="0"/>
              <a:t>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9AF593-0864-1597-20A1-63B2F1CD6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868680"/>
            <a:ext cx="5564187" cy="5531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8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 Learned from the Given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9883" y="868680"/>
            <a:ext cx="4676930" cy="5517130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Key Learnings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The Data Centre documentary explained that modern AI, cloud computing and online services depend on large data </a:t>
            </a:r>
            <a:r>
              <a:rPr dirty="0" err="1"/>
              <a:t>centres</a:t>
            </a:r>
            <a:r>
              <a:rPr dirty="0"/>
              <a:t> that consume huge amounts of electricity and water for cooling.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Ecological Footprint Calculator helped me understand how food, transport and energy use affect Earth's natural resources.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Carbon Calculators (Conservation International and e-AMRIT) showed how everyday activities produce CO₂ emissions and suggested ways to reduce them.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EcoTransIT</a:t>
            </a:r>
            <a:r>
              <a:rPr dirty="0"/>
              <a:t> estimates emissions from road, rail, air and sea transport, helping businesses choose greener logistics.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En-ROADS demonstrated that combining renewable energy, energy efficiency and strong climate policies can significantly reduce global warming.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6715" y="914400"/>
            <a:ext cx="6651884" cy="5303520"/>
          </a:xfrm>
          <a:prstGeom prst="roundRect">
            <a:avLst/>
          </a:prstGeom>
          <a:solidFill>
            <a:srgbClr val="FAFAFA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Add Screenshots</a:t>
            </a:r>
            <a:br>
              <a:rPr dirty="0"/>
            </a:br>
            <a:r>
              <a:rPr dirty="0"/>
              <a:t>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C43E0F-5E07-98EF-F245-47D503F26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714" y="749508"/>
            <a:ext cx="7002227" cy="590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8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Green Skilling, AI &amp; Sustainability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9921" y="868679"/>
            <a:ext cx="4482059" cy="5771963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Important Concepts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Green Skilling means learning skills that help protect the environment through renewable energy, recycling and sustainable industries.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Sustainability focuses on meeting today's needs while protecting resources for future generations.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NANDO AI Smart Bins use artificial intelligence to recognize waste and improve recycling efficiency.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SCGJ (Skill Council for Green Jobs) provides training for careers in solar energy, electric vehicles and other green sectors.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AI supports pollution monitoring, climate prediction and energy optimization, but AI infrastructure also consumes electricity and creates e-waste.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66872" y="914400"/>
            <a:ext cx="6891727" cy="5726242"/>
          </a:xfrm>
          <a:prstGeom prst="roundRect">
            <a:avLst/>
          </a:prstGeom>
          <a:solidFill>
            <a:srgbClr val="FAFAFA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t>Add Screenshots</a:t>
            </a:r>
            <a:br/>
            <a:r>
              <a:t>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A5299E-24A8-1B00-4D8F-8F2A8864E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872" y="790206"/>
            <a:ext cx="7302032" cy="5955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8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Activities Performed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9921" y="868679"/>
            <a:ext cx="4223479" cy="5756971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t>Websites &amp; Tools Explored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Completed the Ecological Footprint Calculator.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Explored Conservation International Carbon Calculator.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Estimated transport emissions using EcoTransIT.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Experimented with different scenarios in the En-ROADS Climate Simulator.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Visited NANDO AI Smart Bins, Gen.E Media and SCGJ websites.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• Used the e-AMRIT CO₂ Calculator to compare vehicle emissions.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6990" y="914400"/>
            <a:ext cx="7071609" cy="5303520"/>
          </a:xfrm>
          <a:prstGeom prst="roundRect">
            <a:avLst/>
          </a:prstGeom>
          <a:solidFill>
            <a:srgbClr val="FAFAFA"/>
          </a:solidFill>
          <a:ln>
            <a:solidFill>
              <a:srgbClr val="2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t>Add Screenshots</a:t>
            </a:r>
            <a:br/>
            <a:r>
              <a:t>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31B312-DBB1-7C65-20ED-3AC270F45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90" y="823548"/>
            <a:ext cx="7481913" cy="58021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8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Capstone Project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68680"/>
            <a:ext cx="3980638" cy="5577090"/>
          </a:xfrm>
          <a:prstGeom prst="roundRect">
            <a:avLst/>
          </a:prstGeom>
          <a:solidFill>
            <a:srgbClr val="ECF7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83C"/>
                </a:solidFill>
              </a:defRPr>
            </a:pPr>
            <a:r>
              <a:rPr dirty="0"/>
              <a:t>AI for Environment &amp; SDG 17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EcoVision</a:t>
            </a:r>
            <a:r>
              <a:rPr dirty="0"/>
              <a:t> AI – Smart waste segregation using image recognition.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GreenTrack</a:t>
            </a:r>
            <a:r>
              <a:rPr dirty="0"/>
              <a:t> – AI-powered carbon footprint tracker with personalized suggestions.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EcoRoute</a:t>
            </a:r>
            <a:r>
              <a:rPr dirty="0"/>
              <a:t> AI – Suggests low-emission travel routes.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Green Skill Connect – Recommends green courses, certifications and jobs.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• Smart Data Centre Optimizer – Uses AI to reduce power and cooling consumption.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3A954A-6F02-175D-2730-1170C311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51" y="749716"/>
            <a:ext cx="7130393" cy="5696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449</Words>
  <Application>Microsoft Office PowerPoint</Application>
  <PresentationFormat>Custom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nija mavani</cp:lastModifiedBy>
  <cp:revision>2</cp:revision>
  <dcterms:created xsi:type="dcterms:W3CDTF">2013-01-27T09:14:16Z</dcterms:created>
  <dcterms:modified xsi:type="dcterms:W3CDTF">2026-07-06T16:50:55Z</dcterms:modified>
  <cp:category/>
</cp:coreProperties>
</file>